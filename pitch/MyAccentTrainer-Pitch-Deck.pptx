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MyAccentTrainer: an AI communication platform. The vision — help anyone be understood while keeping their own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spoken clarity is what gets people understood, and almost nothing coaches it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loop: record → real sound-by-sound score → encouraging, specific coaching from Nina.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→ Listen → Practice → Feedback → Celebrate → Continue. Consistency builds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built and working: accounts, lessons, recording+scoring, progress, wallet, referrals.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Differentiation: clarity while preserving identity. Emotional hook + retention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figures are widely-cited estimates (British Council; industry reports). Directional, not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Subscription core; wallet + referrals as growth loop; B2B/coaching as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De-risked: this is a working product, not a concept. Investment accelerates, not originates.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near-term monetization + content, then mobile + AI conversation, then B2B and category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method + AI delivery = quality coaching at global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vision + ask. Replace contact details with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4754880" cy="4754880"/>
          </a:xfrm>
          <a:prstGeom prst="ellipse">
            <a:avLst/>
          </a:prstGeom>
          <a:solidFill>
            <a:srgbClr val="20AD6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0AD6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E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 </a:t>
            </a:r>
            <a:pPr indent="0" marL="0">
              <a:buNone/>
            </a:pPr>
            <a:r>
              <a:rPr lang="en-US" sz="2000" b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COMMUNICATION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English clearly.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own voice.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pronunciation coach that helps learners worldwide become easier to understand — without losing what makes their voice their own.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" y="5440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5989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5440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44368" y="5989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lessons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30368" y="5440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30368" y="5989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coaching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shouldn't depend on your accent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millions of professionals, students, and newcomers, doors stay closed not because of ability — but because they're hard to understand. Traditional apps drill grammar and vocabulary. Almost none coach the spoken clarity that actually decides whether someone is understood.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37160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6276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A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732520" y="1554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learning English right 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297180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0" y="32278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A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32520" y="31546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English is spoken between non-native speakers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457200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48280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A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732520" y="4754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to opportunity: not being understood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coach that listens, scores, and encourages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don't just watch lessons — they speak. Nina, our AI coach, listens to each attempt, scores it sound-by-sound, and responds the way a great teacher would: encourage first, explain clearly, then invite another try.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42976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6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Every interaction should leave the learner more confident than before. 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6634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78040" y="1719072"/>
            <a:ext cx="640080" cy="64008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18790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1755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Nina's Feedback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Beautifully clear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7804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AD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pPr indent="0" marL="0">
              <a:buNone/>
            </a:pPr>
            <a:r>
              <a:rPr lang="en-US" sz="2000" dirty="0">
                <a:solidFill>
                  <a:srgbClr val="5271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7196328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1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attempt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78040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2440" y="4187952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sp>
        <p:nvSpPr>
          <p:cNvPr id="15" name="Shape 12"/>
          <p:cNvSpPr/>
          <p:nvPr/>
        </p:nvSpPr>
        <p:spPr>
          <a:xfrm>
            <a:off x="8092440" y="4187952"/>
            <a:ext cx="2595067" cy="146304"/>
          </a:xfrm>
          <a:prstGeom prst="roundRect">
            <a:avLst>
              <a:gd name="adj" fmla="val 50000"/>
            </a:avLst>
          </a:prstGeom>
          <a:solidFill>
            <a:srgbClr val="20AD68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4590288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092440" y="4590288"/>
            <a:ext cx="1750162" cy="146304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/>
        </p:spPr>
      </p:sp>
      <p:sp>
        <p:nvSpPr>
          <p:cNvPr id="19" name="Text 16"/>
          <p:cNvSpPr/>
          <p:nvPr/>
        </p:nvSpPr>
        <p:spPr>
          <a:xfrm>
            <a:off x="7178040" y="4946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-s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2440" y="4992624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sp>
        <p:nvSpPr>
          <p:cNvPr id="21" name="Shape 18"/>
          <p:cNvSpPr/>
          <p:nvPr/>
        </p:nvSpPr>
        <p:spPr>
          <a:xfrm>
            <a:off x="8092440" y="4992624"/>
            <a:ext cx="2112264" cy="146304"/>
          </a:xfrm>
          <a:prstGeom prst="roundRect">
            <a:avLst>
              <a:gd name="adj" fmla="val 50000"/>
            </a:avLst>
          </a:prstGeom>
          <a:solidFill>
            <a:srgbClr val="20AD6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gentle rhythm, every lesson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514600"/>
            <a:ext cx="822960" cy="82296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7203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882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0690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phrase spoken clearly, at a learner-friendly pace.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38728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0268" y="2514600"/>
            <a:ext cx="822960" cy="82296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7203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87468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67328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794760" y="40690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own attempt with a single tap.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37376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28916" y="2514600"/>
            <a:ext cx="822960" cy="82296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27203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86116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65976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693408" y="40690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real score, a sound-by-sound breakdown, and one clear fix.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336024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27564" y="2514600"/>
            <a:ext cx="822960" cy="82296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4" y="27203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84764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9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564624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Celebrate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592056" y="40690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clarity climb, then continue to the next lesson.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platform, not a prototype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86000"/>
            <a:ext cx="566928" cy="566928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&amp; be heard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9443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record right in the browser — no apps, no setup.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20116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2286000"/>
            <a:ext cx="566928" cy="566928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specific feedback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90872" y="29443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clarity score plus a per-sound breakdown of what to fix.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20116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286000"/>
            <a:ext cx="566928" cy="566928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24277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Nina's coaching voice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7344" y="29443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patient guidance that builds confidence, not shame.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97680"/>
            <a:ext cx="566928" cy="566928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44394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path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9560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target the sounds each first language makes hardest.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297680"/>
            <a:ext cx="566928" cy="566928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16" y="443941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progress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90872" y="49560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trends, streaks, mastery, and achievements.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4297680"/>
            <a:ext cx="566928" cy="566928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88" y="443941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by design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67344" y="49560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credit, referrals, and subscriptions, built in.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RESONATES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Clarity, not erasure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sound American, British, or “accent-free.” It's to be understood comfortably by anyone — while still sounding like yourself. Someone from Cameroon should still sound Cameroonian. That promise is why learners stay.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F6FAF8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0" y="23774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the first time, people understand me on the first try — and I still sound like me.”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0" y="4251960"/>
            <a:ext cx="640080" cy="640080"/>
          </a:xfrm>
          <a:prstGeom prst="ellipse">
            <a:avLst/>
          </a:prstGeom>
          <a:solidFill>
            <a:srgbClr val="20AD68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N.
</a:t>
            </a:r>
            <a:pPr indent="0" marL="0">
              <a:buNone/>
            </a:pPr>
            <a:r>
              <a:rPr lang="en-US" sz="1200" dirty="0">
                <a:solidFill>
                  <a:srgbClr val="5271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· Cameroon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023360" cy="4023360"/>
          </a:xfrm>
          <a:prstGeom prst="ellipse">
            <a:avLst/>
          </a:prstGeom>
          <a:solidFill>
            <a:srgbClr val="20AD68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vast, global, underserved need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FE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1.5B+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learners worldwide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2468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FE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43484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non-native speakers outnumber native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2468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FE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2296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language-learning market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Spoken-communication coaching is the fast-growing, high-value slice — and it's exactly where MyAccentTrainer plays.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revenue, with a built-in growth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5946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78408" y="3749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 / month for unlimited coaching, lessons, and certificates.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423160"/>
            <a:ext cx="685800" cy="68580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5946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referrals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81728" y="3749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earn credit and invite friends — lowering CAC, lifting retention.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210312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423160"/>
            <a:ext cx="685800" cy="68580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25946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&amp; coaching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5048" y="3749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live coaching, certification, and org training contracts.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already exists — and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22576"/>
            <a:ext cx="402336" cy="40233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231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 &amp; a personalized dashboard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2148840"/>
            <a:ext cx="5349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322576"/>
            <a:ext cx="402336" cy="40233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4231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1488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lessons with record-and-score coaching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063240"/>
            <a:ext cx="5349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3236976"/>
            <a:ext cx="402336" cy="40233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3375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0632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progress: clarity, streaks, mastery, achievements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7920" y="3063240"/>
            <a:ext cx="5349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46520" y="3236976"/>
            <a:ext cx="402336" cy="40233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33756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30632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referrals, and Stripe subscription checkout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5349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151376"/>
            <a:ext cx="402336" cy="40233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25196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9776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professional speech scoring (Azure)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17920" y="3977640"/>
            <a:ext cx="5349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46520" y="4151376"/>
            <a:ext cx="402336" cy="40233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25196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97764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Mobile-friendly, brandable, and deployment-ready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658368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71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Next.js · React · TypeScript · Prisma · Tailwind · Stripe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clear speech to complete communication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640080" cy="64008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323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term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7552" y="32461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coaching &amp; certificates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 &amp; lesson tracks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Azure speech scoring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377440"/>
            <a:ext cx="640080" cy="64008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5374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4323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90872" y="32461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(iOS &amp; Android)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pricing &amp; payments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practice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377440"/>
            <a:ext cx="640080" cy="640080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5374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4323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94192" y="32461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business communication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analytics for orgs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global coaching brand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A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7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expertise, amplified by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is a real teaching philosophy — calm, patient, and encouraging — delivered by AI so every learner gets a great coach, every day, at any hour. Expert instruction sets the method; AI makes it endlessly available and personal.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463040"/>
            <a:ext cx="4663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0" y="1719072"/>
            <a:ext cx="585216" cy="58521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4" y="18653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14630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coaching that never tires or judges.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2743200"/>
            <a:ext cx="4663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86600" y="2999232"/>
            <a:ext cx="585216" cy="58521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4" y="31455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27432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personal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 learner's language and goals.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0" y="4023360"/>
            <a:ext cx="4663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4279392"/>
            <a:ext cx="585216" cy="585216"/>
          </a:xfrm>
          <a:prstGeom prst="ellipse">
            <a:avLst/>
          </a:prstGeom>
          <a:solidFill>
            <a:srgbClr val="20AD6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44256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63840" y="40233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kind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first — mistakes are how we improve.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0AD6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20AD6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world's most intelligent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coach.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MyAccentTrainer helps anyone, anywhere, be understood — and keep their voice. Let's build the future of clear communication together.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myaccenttrainer.com  ·  hello@myaccenttrainer.com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2026-07-22T20:24:00Z</dcterms:created>
  <dcterms:modified xsi:type="dcterms:W3CDTF">2026-07-22T20:24:00Z</dcterms:modified>
</cp:coreProperties>
</file>